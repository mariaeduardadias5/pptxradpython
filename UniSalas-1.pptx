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9" r:id="rId7"/>
    <p:sldId id="258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DFF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tableStyles" Target="tableStyle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theme" Target="theme/theme1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viewProps" Target="viewProps.xml" /><Relationship Id="rId5" Type="http://schemas.openxmlformats.org/officeDocument/2006/relationships/slide" Target="slides/slide1.xml" /><Relationship Id="rId10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546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svg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UniSalas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1148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Reserva de Salas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Acadêmico  ·  Python + Django  ·  SQLite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Eduarda Dias Alves da Silva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UniSalas?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desenvolvida em Python utilizando o framework Django, para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reserva de salas em ambiente acadêmico. Permite que usuários autenticados realizem agendamentos de forma prática, com controle total sobre disponibilidade de espaços.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65176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usar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simples e acessível pelo navegador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651760"/>
            <a:ext cx="2651760" cy="201168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8328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total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2461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edição e exclusão de salas com CRUD completo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651760"/>
            <a:ext cx="2651760" cy="201168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seguro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32461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de usuários para proteger as reservas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32918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64008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43584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principal do projeto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87168" y="1188720"/>
            <a:ext cx="1920240" cy="32918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2487168" y="1188720"/>
            <a:ext cx="1920240" cy="640080"/>
          </a:xfrm>
          <a:prstGeom prst="rect">
            <a:avLst/>
          </a:prstGeom>
          <a:solidFill>
            <a:srgbClr val="092E20"/>
          </a:solidFill>
          <a:ln w="12700">
            <a:solidFill>
              <a:srgbClr val="092E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1243584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78608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78608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 para rotas, views e models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08576" y="1188720"/>
            <a:ext cx="1920240" cy="32918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4608576" y="1188720"/>
            <a:ext cx="1920240" cy="640080"/>
          </a:xfrm>
          <a:prstGeom prst="rect">
            <a:avLst/>
          </a:prstGeom>
          <a:solidFill>
            <a:srgbClr val="003B57"/>
          </a:solidFill>
          <a:ln w="12700">
            <a:solidFill>
              <a:srgbClr val="003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76" y="1243584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0016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00016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leve em arquivo único (.sqlite3)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29984" y="1188720"/>
            <a:ext cx="1920240" cy="32918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729984" y="1188720"/>
            <a:ext cx="1920240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1243584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21424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Bootstrap 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21424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responsiva e estilizada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9206" y="1073277"/>
            <a:ext cx="4114800" cy="16916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2984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Logout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2047" y="148132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segura de usuários com sessão protegida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53756" y="1090422"/>
            <a:ext cx="4114800" cy="16916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0" name="Text 6"/>
          <p:cNvSpPr/>
          <p:nvPr/>
        </p:nvSpPr>
        <p:spPr>
          <a:xfrm>
            <a:off x="5651646" y="12984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Reservas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580855" y="148132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Criação, edição, listagem e exclusão de reserves (CRUD completo)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37009" y="2990088"/>
            <a:ext cx="4114800" cy="16916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293" y="166420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3742" y="3194773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Conflitos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32047" y="3276415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reservas duplicadas no mesmo horário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53756" y="2990088"/>
            <a:ext cx="4114800" cy="16916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33" y="3493611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883" y="31623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Equipamentos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598188" y="3271567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itens disponíveis nas salas</a:t>
            </a:r>
            <a:endParaRPr lang="en-US" sz="1200" dirty="0"/>
          </a:p>
        </p:txBody>
      </p:sp>
      <p:pic>
        <p:nvPicPr>
          <p:cNvPr id="25" name="Gráfico 24" descr="Monitor com preenchimento sólido">
            <a:extLst>
              <a:ext uri="{FF2B5EF4-FFF2-40B4-BE49-F238E27FC236}">
                <a16:creationId xmlns:a16="http://schemas.microsoft.com/office/drawing/2014/main" id="{C0A2D730-16FB-6B4F-C68F-D3353B1B4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4733" y="3345196"/>
            <a:ext cx="561760" cy="6757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D6920BDC9ACE418C58DF9FA6905E7C" ma:contentTypeVersion="4" ma:contentTypeDescription="Create a new document." ma:contentTypeScope="" ma:versionID="d556830996b43a0aedff93bcc4b965e4">
  <xsd:schema xmlns:xsd="http://www.w3.org/2001/XMLSchema" xmlns:xs="http://www.w3.org/2001/XMLSchema" xmlns:p="http://schemas.microsoft.com/office/2006/metadata/properties" xmlns:ns3="93305e33-0416-4c79-99c0-cc27bf963a6f" targetNamespace="http://schemas.microsoft.com/office/2006/metadata/properties" ma:root="true" ma:fieldsID="e8863ceb97ab093ede8677bfd96cf004" ns3:_="">
    <xsd:import namespace="93305e33-0416-4c79-99c0-cc27bf963a6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305e33-0416-4c79-99c0-cc27bf963a6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92EC84-8FA2-409B-8954-D05D0EF5B6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2B4860-37E6-4572-A582-C10D9B44B17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3305e33-0416-4c79-99c0-cc27bf963a6f"/>
  </ds:schemaRefs>
</ds:datastoreItem>
</file>

<file path=customXml/itemProps3.xml><?xml version="1.0" encoding="utf-8"?>
<ds:datastoreItem xmlns:ds="http://schemas.openxmlformats.org/officeDocument/2006/customXml" ds:itemID="{1E88D232-5473-4524-955A-E69631ACF800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182</Words>
  <Application>Microsoft Office PowerPoint</Application>
  <PresentationFormat>Apresentação na tela (16:9)</PresentationFormat>
  <Paragraphs>35</Paragraphs>
  <Slides>4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UniSalas - Sistema de Reserva de Salas</dc:title>
  <dc:subject>PptxGenJS Presentation</dc:subject>
  <dc:creator>PptxGenJS</dc:creator>
  <cp:lastModifiedBy>MARIA EDUARDA DIAS ALVES DA SILVA</cp:lastModifiedBy>
  <cp:revision>3</cp:revision>
  <dcterms:created xsi:type="dcterms:W3CDTF">2026-05-12T17:33:27Z</dcterms:created>
  <dcterms:modified xsi:type="dcterms:W3CDTF">2026-05-27T00:52:32Z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0x01010059D6920BDC9ACE418C58DF9FA6905E7C</vt:lpwstr>
  </property>
</Properties>
</file>